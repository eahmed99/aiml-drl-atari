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0:00–0:25. Introduce the group and assigned paper. Verify group number and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0:25–1:00. Explain why raw images make a Q-table impractical. Describe the motivation.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1:00–1:35. Show src/dqn.py and explain the four-frame input. Our wrapper resizes directly; the assigned paper used a resize/crop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1:35–2:15. Show replay buffer and agent.py. Explain why random sampling is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2:15–2:50. Point to gather(), no_grad(), backward() and optimizer.step(). The target is fixed during this update, even though next-state values come from the same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2:50–3:30. These are published scores, not generated by our repository. Table 1's DQN average and DQN Best are different rows; use the average row shown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3:30–4:05. State actual training budget and hardware after running. Show config, command and summary.json. Explain direct resize and FIRE helper as documented deviations.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4:05–4:50. Replace pending material by rerunning the generator after experiments. Interpret the observed difference and its uncertainty. Play a short gameplay clip.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4:50–5:25. Separate our experiment limitations from those discussed in the research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5:25–6:05. Replace these placeholders with actual equal contributions. Each person should show their own work while presenting their segment. Do not claim generated work as proof of an individual's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6:05–6:25. Verify recording link permissions. Final duration must stay under seven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Playing Atari with Deep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DRL Assignment Problem II • Group PENDING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1 — FILL PRIVATELY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2 — FILL PRIVATELY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3 — FILL PRIVATELY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4 — FILL PRIVATELY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Paper review and Breakout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01   |   Submission details and references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Why learn directly from game screens?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Learn which actions to take from game screens and rewards.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Rewards can be delayed, and nearby frames are very similar.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A CNN learns image features instead of requiring features designed for each game.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02   |   Mnih et al. (2013), sections 1–2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Our input and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Convert to grayscale, resize to 84×84 and stack four frames.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Two convolutional layers: 16 and 32 filters; hidden layer: 256 units.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The output gives a Q-value for each action.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Four frames help the network infer the ball’s direction.</a:t>
            </a:r>
          </a:p>
        </p:txBody>
      </p:sp>
      <p:pic>
        <p:nvPicPr>
          <p:cNvPr id="4" name="Picture 3" descr="frame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737360"/>
            <a:ext cx="5669280" cy="1700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03   |   Our code; architecture checked against paper section 4.1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How the agent learns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Choose actions using epsilon-greedy exploration.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Store state, action, reward, next state and termination in replay.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Sample random batches from stored transitions.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Calculate the TD target without gradients, then update the network.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The same network predicts next-state values, as in the 2013 algorithm.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04   |   Breakout implementation and experiment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Connect the equation to the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y = r                         if terminal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y = r + gamma × max Q(s′, a′)  otherwise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Loss = mean[(Q(s, a) − y)²]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Example: r=1, gamma=0.99, max next Q=5 → y=5.95.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If Q(s,a)=4.2: TD error=1.75; squared error=3.0625.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05   |   Breakout implementation and experiment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Published results — not our scores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Table 1: DQN / human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Beam Rider: 4092 / 7456    Breakout: 168 / 31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Enduro: 470 / 368          Pong: 20 / −3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Q*bert: 1952 / 18900       Seaquest: 1705 / 28010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Space Invaders: 581 / 3690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Above human on three games; substantial gaps remain elsewhere.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06   |   Mnih et al. (2013), Table 1, section 5.3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Our experiment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Breakout; 100,000 agent steps. Settings are in src/train.py.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Replay capacity: 5,000; batch: 32; gamma: 0.99; RMSprop; MSE.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Clip rewards for training, but report the original scores.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Evaluate random and trained policies using the same ten environment seeds.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Save the checkpoint, logs, plots and gameplay clips.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07   |   Breakout implementation and experiment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Our observed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Random: mean score 1.20; sample SD 1.62; 10 episodes.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Trained: mean score 0.40; sample SD 0.70; 10 episodes.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The trained policy did not outperform random play in this run.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Training completed 100,000 agent steps and 24,751 updates.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Changes in TD loss do not establish better gameplay.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Ten episodes provide limited evidence; this is not a full benchmark reproduction.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737360"/>
            <a:ext cx="5669280" cy="3779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08   |   Breakout implementation and experiment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Limitations, future scope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Limits: one game, a short run, small replay and different preprocessing.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The code trains and evaluates, but this run did not show improved scores.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Next checks: longer runs, several training seeds and different replay sizes.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A target network or Double DQN would be a separately labelled extension.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Compare evaluation scores before claiming improved performance.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09   |   Breakout implementation and experiment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Proof of each contributor's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1: add actual contribution and supporting evidence.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2: add actual contribution and supporting evidence.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3: add actual contribution and supporting evidence.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4: add actual contribution and supporting evidence.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Include relevant commits, screenshots or run logs and each member’s explanation.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10   |   Submission details and references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References and recording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Paper: https://arxiv.org/abs/1312.5602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ALE: https://ale.farama.org/getting-started/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Gymnasium: https://gymnasium.farama.org/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Repository: https://github.com/Eahmed99/aiml-drl-atari/tree/replay_buffer_branch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Google Drive recording: PENDING — insert accessible Drive 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11   |   Submission details and references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