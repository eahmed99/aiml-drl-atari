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0:00–0:25. Introduce the group and assigned paper. Verify group number and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0:25–1:00. Explain why raw images make a Q-table impractical. Describe the motivation.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1:00–1:35. Show src/dqn.py and explain the four-frame input. Our wrapper resizes directly; the assigned paper used a resize/crop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1:35–2:15. Show replay buffer and agent.py. Explain why random sampling is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2:15–2:50. Point to gather(), no_grad(), backward() and optimizer.step(). The target is fixed during this update, even though next-state values come from the same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2:50–3:30. These are published scores, not generated by our repository. Table 1's DQN average and DQN Best are different rows; use the average row shown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3:30–4:05. State actual training budget and hardware after running. Show config, command and summary.json. Explain direct resize and FIRE helper as documented deviations.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4:05–4:50. Replace pending material by rerunning the generator after experiments. Interpret the observed difference and its uncertainty. Play a short gameplay clip.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4:50–5:25. Separate our experiment limitations from those discussed in the research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5:25–6:05. Replace these placeholders with actual equal contributions. Each person should show their own work while presenting their segment. Do not claim generated work as proof of an individual's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6:05–6:25. Verify recording link permissions. Final duration must stay under seven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Playing Atari with Deep 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DRL Assignment Problem II • Group PENDING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Member 1 — FILL PRIVATELY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Member 2 — FILL PRIVATELY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Member 3 — FILL PRIVATELY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Member 4 — FILL PRIVATELY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Educational DQN demonstration + paper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01   |   Our implementation / supplied assignment brief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Why learn directly from game screens?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Objective: learn useful actions from pixels and reward.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Challenge: rewards can be delayed; consecutive observations are correlated.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Motivation: avoid hand-designed features for every game.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02   |   Mnih et al. (2013), sections 1–2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Our input and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Grayscale → 84×84 → stack four recent frames.</a:t>
            </a:r>
          </a:p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Conv: 16 filters → Conv: 32 filters → 256-unit hidden layer.</a:t>
            </a:r>
          </a:p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Output: one unrestricted Q-value per action.</a:t>
            </a:r>
          </a:p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One frame hides motion; multiple frames provide movement cues.</a:t>
            </a:r>
          </a:p>
        </p:txBody>
      </p:sp>
      <p:pic>
        <p:nvPicPr>
          <p:cNvPr id="4" name="Picture 3" descr="frame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737360"/>
            <a:ext cx="5669280" cy="1700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03   |   Our code; architecture checked against paper section 4.1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How the agent learns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Explore with epsilon-greedy actions.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Store (state, action, reward, next state, terminal) in replay.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Sample experiences uniformly; reuse older interactions.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Fit Q(state, chosen action) to a detached TD target.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Same network supplies next-state values; no periodic target copy.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04   |   Our implementation / supplied assignment brief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Connect the equation to the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y = r                         if terminal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y = r + gamma × max Q(s′, a′)  otherwise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Loss = mean[(Q(s, a) − y)²]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Example: r=1, gamma=0.99, max next Q=5 → y=5.95.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If Q(s,a)=4.2: TD error=1.75; squared error=3.0625.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05   |   Our implementation / supplied assignment brief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Published results — not our scores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Table 1: DQN / human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Beam Rider: 4092 / 7456    Breakout: 168 / 31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Enduro: 470 / 368          Pong: 20 / −3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Q*bert: 1952 / 18900       Seaquest: 1705 / 28010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Space Invaders: 581 / 3690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Above human on three games; substantial gaps remain elsewhere.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06   |   Mnih et al. (2013), Table 1, section 5.3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Our experiment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Breakout only; reduced budget specified in config/breakout.json.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Replay 5,000; batch 32; gamma 0.99; RMSprop; MSE.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Clip training rewards; report original game scores.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Evaluate random and trained policies on matching seeds.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Record versions, checkpoint, CSV logs and gameplay.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07   |   Our implementation / supplied assignment brief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Our observed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random: mean=1.20; sample SD=1.6193277068654823; n=10</a:t>
            </a:r>
          </a:p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trained: mean=0.40; sample SD=0.6992058987801011; n=10</a:t>
            </a:r>
          </a:p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Compare evaluated scores, not TD loss alone.</a:t>
            </a:r>
          </a:p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Small sample; no full benchmark reproduction claim.</a:t>
            </a:r>
          </a:p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This run did not demonstrate improvement over random play.</a:t>
            </a:r>
          </a:p>
          <a:p>
            <a:pPr>
              <a:spcAft>
                <a:spcPts val="1200"/>
              </a:spcAft>
              <a:defRPr sz="2200">
                <a:solidFill>
                  <a:srgbClr val="F0F4FA"/>
                </a:solidFill>
                <a:latin typeface="Aptos"/>
              </a:defRPr>
            </a:pPr>
            <a:r>
              <a:t>Completed steps: 100000; updates: 24751.</a:t>
            </a:r>
          </a:p>
        </p:txBody>
      </p:sp>
      <p:pic>
        <p:nvPicPr>
          <p:cNvPr id="4" name="Picture 3" descr="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737360"/>
            <a:ext cx="5669280" cy="3779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08   |   Our implementation / supplied assignment brief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Limitations, future scope and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Limitations: short run, one game, small replay and modern preprocessing.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Sparse feedback and long-horizon decisions remain difficult.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Future experiment: longer budgets, multiple training seeds and replay ablation.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Later extensions: target network / Double DQN, clearly labelled separately.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Conclusion: demonstrate the complete learning pipeline; assess actual policy scores.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09   |   Our implementation / supplied assignment brief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Proof of each contributor's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Member 1: PENDING actual work + evidence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Member 2: PENDING actual work + evidence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Member 3: PENDING actual work + evidence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Member 4: PENDING actual work + evidence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Show named commits, screenshots, run logs and speaking contributions.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10   |   Our implementation / supplied assignment brief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>
                <a:solidFill>
                  <a:srgbClr val="61DEBE"/>
                </a:solidFill>
                <a:latin typeface="Aptos"/>
              </a:defRPr>
            </a:pPr>
            <a:r>
              <a:t>References and recording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Paper: https://arxiv.org/abs/1312.5602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ALE: https://ale.farama.org/getting-started/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Gymnasium: https://gymnasium.farama.org/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Repository: https://github.com/Eahmed99/aiml-drl-atari/tree/replay_buffer_branch</a:t>
            </a:r>
          </a:p>
          <a:p>
            <a:pPr>
              <a:spcAft>
                <a:spcPts val="1200"/>
              </a:spcAft>
              <a:defRPr sz="2400">
                <a:solidFill>
                  <a:srgbClr val="F0F4FA"/>
                </a:solidFill>
                <a:latin typeface="Aptos"/>
              </a:defRPr>
            </a:pPr>
            <a:r>
              <a:t>Google Drive recording: PENDING — insert accessible Drive 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F0F4FA"/>
                </a:solidFill>
                <a:latin typeface="Aptos"/>
              </a:defRPr>
            </a:pPr>
            <a:r>
              <a:t>11   |   Our implementation / supplied assignment brief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